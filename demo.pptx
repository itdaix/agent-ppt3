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1" y="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6F40E2E-119C-D30E-75B4-B47CFC3488FC}"/>
              </a:ext>
            </a:extLst>
          </p:cNvPr>
          <p:cNvSpPr/>
          <p:nvPr userDrawn="1"/>
        </p:nvSpPr>
        <p:spPr>
          <a:xfrm>
            <a:off x="0" y="0"/>
            <a:ext cx="12191969" cy="6857982"/>
          </a:xfrm>
          <a:prstGeom prst="rect">
            <a:avLst/>
          </a:prstGeom>
          <a:solidFill>
            <a:srgbClr val="0B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87678" cy="609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7678" y="0"/>
            <a:ext cx="1493516" cy="609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81194" y="0"/>
            <a:ext cx="10210774" cy="60959"/>
          </a:xfrm>
          <a:prstGeom prst="rect">
            <a:avLst/>
          </a:prstGeom>
          <a:solidFill>
            <a:srgbClr val="11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38" y="396238"/>
            <a:ext cx="6857982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9ABE2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8" y="670558"/>
            <a:ext cx="9905974" cy="457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4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把历史 PPT 变成随取随用的演示资产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38" y="1203956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38" y="1196336"/>
            <a:ext cx="1158237" cy="228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356356" y="1722116"/>
            <a:ext cx="0" cy="3337552"/>
          </a:xfrm>
          <a:prstGeom prst="line">
            <a:avLst/>
          </a:prstGeom>
          <a:ln w="1778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303016" y="1668777"/>
            <a:ext cx="106679" cy="106679"/>
          </a:xfrm>
          <a:prstGeom prst="ellipse">
            <a:avLst/>
          </a:prstGeom>
          <a:solidFill>
            <a:srgbClr val="5F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76" y="1615437"/>
            <a:ext cx="3047992" cy="289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6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一份 PPT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6356" y="2606034"/>
            <a:ext cx="335279" cy="0"/>
          </a:xfrm>
          <a:prstGeom prst="line">
            <a:avLst/>
          </a:prstGeom>
          <a:ln w="1778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661155" y="2575554"/>
            <a:ext cx="60959" cy="60959"/>
          </a:xfrm>
          <a:prstGeom prst="ellipse">
            <a:avLst/>
          </a:prstGeom>
          <a:solidFill>
            <a:srgbClr val="5F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98315" y="2484114"/>
            <a:ext cx="1219196" cy="243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0" dirty="0" err="1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整份</a:t>
            </a:r>
            <a:endParaRPr sz="1260" b="0" dirty="0">
              <a:solidFill>
                <a:srgbClr val="A9BECD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2307747" y="2590794"/>
            <a:ext cx="2699686" cy="0"/>
          </a:xfrm>
          <a:prstGeom prst="line">
            <a:avLst/>
          </a:prstGeom>
          <a:ln w="15240">
            <a:solidFill>
              <a:srgbClr val="29ABE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56356" y="3596632"/>
            <a:ext cx="335279" cy="0"/>
          </a:xfrm>
          <a:prstGeom prst="line">
            <a:avLst/>
          </a:prstGeom>
          <a:ln w="1778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661155" y="3566152"/>
            <a:ext cx="60959" cy="60959"/>
          </a:xfrm>
          <a:prstGeom prst="ellipse">
            <a:avLst/>
          </a:prstGeom>
          <a:solidFill>
            <a:srgbClr val="5F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98315" y="3505192"/>
            <a:ext cx="1371596" cy="243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每一页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72634" y="3596632"/>
            <a:ext cx="0" cy="1463036"/>
          </a:xfrm>
          <a:prstGeom prst="line">
            <a:avLst/>
          </a:prstGeom>
          <a:ln w="1778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72634" y="4130030"/>
            <a:ext cx="411479" cy="0"/>
          </a:xfrm>
          <a:prstGeom prst="line">
            <a:avLst/>
          </a:prstGeom>
          <a:ln w="1778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90793" y="4008110"/>
            <a:ext cx="1066797" cy="243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0" dirty="0" err="1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内容</a:t>
            </a:r>
            <a:endParaRPr sz="1260" b="0" dirty="0">
              <a:solidFill>
                <a:srgbClr val="A9BECD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3123255" y="4130029"/>
            <a:ext cx="2150969" cy="0"/>
          </a:xfrm>
          <a:prstGeom prst="line">
            <a:avLst/>
          </a:prstGeom>
          <a:ln w="15240">
            <a:solidFill>
              <a:srgbClr val="29ABE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72634" y="5059668"/>
            <a:ext cx="411479" cy="0"/>
          </a:xfrm>
          <a:prstGeom prst="line">
            <a:avLst/>
          </a:prstGeom>
          <a:ln w="1778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90793" y="4937748"/>
            <a:ext cx="1066797" cy="243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视觉</a:t>
            </a:r>
          </a:p>
        </p:txBody>
      </p:sp>
      <p:cxnSp>
        <p:nvCxnSpPr>
          <p:cNvPr id="26" name="Connector 25"/>
          <p:cNvCxnSpPr>
            <a:cxnSpLocks/>
          </p:cNvCxnSpPr>
          <p:nvPr/>
        </p:nvCxnSpPr>
        <p:spPr>
          <a:xfrm>
            <a:off x="3022001" y="5059667"/>
            <a:ext cx="2150969" cy="0"/>
          </a:xfrm>
          <a:prstGeom prst="line">
            <a:avLst/>
          </a:prstGeom>
          <a:ln w="15240">
            <a:solidFill>
              <a:srgbClr val="29ABE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24421C3B-A5D0-7BF1-495A-9CC96A12B2AE}"/>
              </a:ext>
            </a:extLst>
          </p:cNvPr>
          <p:cNvGrpSpPr/>
          <p:nvPr/>
        </p:nvGrpSpPr>
        <p:grpSpPr>
          <a:xfrm>
            <a:off x="5516865" y="2240276"/>
            <a:ext cx="5699745" cy="792477"/>
            <a:chOff x="5432141" y="2484113"/>
            <a:chExt cx="5699745" cy="792477"/>
          </a:xfrm>
        </p:grpSpPr>
        <p:sp>
          <p:nvSpPr>
            <p:cNvPr id="27" name="Rounded Rectangle 26"/>
            <p:cNvSpPr/>
            <p:nvPr/>
          </p:nvSpPr>
          <p:spPr>
            <a:xfrm>
              <a:off x="5432141" y="2484113"/>
              <a:ext cx="5699745" cy="792477"/>
            </a:xfrm>
            <a:prstGeom prst="roundRect">
              <a:avLst>
                <a:gd name="adj" fmla="val 6000"/>
              </a:avLst>
            </a:prstGeom>
            <a:solidFill>
              <a:srgbClr val="2A2415"/>
            </a:solidFill>
            <a:ln w="11430">
              <a:solidFill>
                <a:srgbClr val="8A6A1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432141" y="2484113"/>
              <a:ext cx="5699745" cy="3047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615021" y="2773672"/>
              <a:ext cx="1523996" cy="19811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750" b="1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</a:rPr>
                <a:t>GLOBAL ASSET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139017" y="2712713"/>
              <a:ext cx="990597" cy="3047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500" b="1" dirty="0" err="1">
                  <a:solidFill>
                    <a:srgbClr val="EAF2F8"/>
                  </a:solidFill>
                  <a:latin typeface="微软雅黑"/>
                  <a:ea typeface="微软雅黑"/>
                  <a:cs typeface="微软雅黑"/>
                </a:rPr>
                <a:t>整份讲法</a:t>
              </a:r>
              <a:endParaRPr sz="1500" b="1" dirty="0">
                <a:solidFill>
                  <a:srgbClr val="EAF2F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221054" y="2758432"/>
              <a:ext cx="2727953" cy="35051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929" b="0">
                  <a:solidFill>
                    <a:srgbClr val="A9BECD"/>
                  </a:solidFill>
                  <a:latin typeface="微软雅黑"/>
                  <a:ea typeface="微软雅黑"/>
                  <a:cs typeface="微软雅黑"/>
                </a:rPr>
                <a:t>面向谁、讲什么、按什么顺序讲、怎么论证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50C829B-08F2-3500-7078-BE9A4D2F0075}"/>
              </a:ext>
            </a:extLst>
          </p:cNvPr>
          <p:cNvGrpSpPr/>
          <p:nvPr/>
        </p:nvGrpSpPr>
        <p:grpSpPr>
          <a:xfrm>
            <a:off x="5516865" y="3733791"/>
            <a:ext cx="5699745" cy="792477"/>
            <a:chOff x="5432141" y="4008109"/>
            <a:chExt cx="5699745" cy="792477"/>
          </a:xfrm>
        </p:grpSpPr>
        <p:sp>
          <p:nvSpPr>
            <p:cNvPr id="32" name="Rounded Rectangle 31"/>
            <p:cNvSpPr/>
            <p:nvPr/>
          </p:nvSpPr>
          <p:spPr>
            <a:xfrm>
              <a:off x="5432141" y="4008109"/>
              <a:ext cx="5699745" cy="792477"/>
            </a:xfrm>
            <a:prstGeom prst="roundRect">
              <a:avLst>
                <a:gd name="adj" fmla="val 6000"/>
              </a:avLst>
            </a:prstGeom>
            <a:solidFill>
              <a:srgbClr val="16283A"/>
            </a:solidFill>
            <a:ln w="11430">
              <a:solidFill>
                <a:srgbClr val="2F4E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432141" y="4008109"/>
              <a:ext cx="5699745" cy="3047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15021" y="4297669"/>
              <a:ext cx="1523996" cy="19811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750" b="1">
                  <a:solidFill>
                    <a:srgbClr val="5FC8F0"/>
                  </a:solidFill>
                  <a:latin typeface="微软雅黑"/>
                  <a:ea typeface="微软雅黑"/>
                  <a:cs typeface="微软雅黑"/>
                </a:rPr>
                <a:t>CONTENT ASSET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139017" y="4236709"/>
              <a:ext cx="990597" cy="3047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500" b="1">
                  <a:solidFill>
                    <a:srgbClr val="EAF2F8"/>
                  </a:solidFill>
                  <a:latin typeface="微软雅黑"/>
                  <a:ea typeface="微软雅黑"/>
                  <a:cs typeface="微软雅黑"/>
                </a:rPr>
                <a:t>内容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221054" y="4282429"/>
              <a:ext cx="2727953" cy="35051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929" b="0">
                  <a:solidFill>
                    <a:srgbClr val="A9BECD"/>
                  </a:solidFill>
                  <a:latin typeface="微软雅黑"/>
                  <a:ea typeface="微软雅黑"/>
                  <a:cs typeface="微软雅黑"/>
                </a:rPr>
                <a:t>每页讲了什么 · 原文、观点、数据与出处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F669439-241B-3EF7-534B-1F38765F5F04}"/>
              </a:ext>
            </a:extLst>
          </p:cNvPr>
          <p:cNvGrpSpPr/>
          <p:nvPr/>
        </p:nvGrpSpPr>
        <p:grpSpPr>
          <a:xfrm>
            <a:off x="5516865" y="4663429"/>
            <a:ext cx="5699745" cy="792477"/>
            <a:chOff x="5432141" y="4937747"/>
            <a:chExt cx="5699745" cy="792477"/>
          </a:xfrm>
        </p:grpSpPr>
        <p:sp>
          <p:nvSpPr>
            <p:cNvPr id="37" name="Rounded Rectangle 36"/>
            <p:cNvSpPr/>
            <p:nvPr/>
          </p:nvSpPr>
          <p:spPr>
            <a:xfrm>
              <a:off x="5432141" y="4937747"/>
              <a:ext cx="5699745" cy="792477"/>
            </a:xfrm>
            <a:prstGeom prst="roundRect">
              <a:avLst>
                <a:gd name="adj" fmla="val 6000"/>
              </a:avLst>
            </a:prstGeom>
            <a:solidFill>
              <a:srgbClr val="16283A"/>
            </a:solidFill>
            <a:ln w="11430">
              <a:solidFill>
                <a:srgbClr val="2F4E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432141" y="4937747"/>
              <a:ext cx="5699745" cy="3047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15021" y="5227306"/>
              <a:ext cx="1523996" cy="19811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750" b="1">
                  <a:solidFill>
                    <a:srgbClr val="5FC8F0"/>
                  </a:solidFill>
                  <a:latin typeface="微软雅黑"/>
                  <a:ea typeface="微软雅黑"/>
                  <a:cs typeface="微软雅黑"/>
                </a:rPr>
                <a:t>VISUAL ASSET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139017" y="5166346"/>
              <a:ext cx="990597" cy="3047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500" b="1">
                  <a:solidFill>
                    <a:srgbClr val="EAF2F8"/>
                  </a:solidFill>
                  <a:latin typeface="微软雅黑"/>
                  <a:ea typeface="微软雅黑"/>
                  <a:cs typeface="微软雅黑"/>
                </a:rPr>
                <a:t>视觉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221054" y="5212066"/>
              <a:ext cx="2727953" cy="35051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929" b="0">
                  <a:solidFill>
                    <a:srgbClr val="A9BECD"/>
                  </a:solidFill>
                  <a:latin typeface="微软雅黑"/>
                  <a:ea typeface="微软雅黑"/>
                  <a:cs typeface="微软雅黑"/>
                </a:rPr>
                <a:t>每页怎么表达 · 版式、层级、能放多少内容</a:t>
              </a:r>
            </a:p>
          </p:txBody>
        </p:sp>
      </p:grpSp>
      <p:cxnSp>
        <p:nvCxnSpPr>
          <p:cNvPr id="42" name="Connector 41"/>
          <p:cNvCxnSpPr/>
          <p:nvPr/>
        </p:nvCxnSpPr>
        <p:spPr>
          <a:xfrm>
            <a:off x="990597" y="5745466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38" y="6095984"/>
            <a:ext cx="32003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38" y="6095984"/>
            <a:ext cx="110946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979" y="6095984"/>
            <a:ext cx="364235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从第一份 PPT 开始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87678" cy="609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7678" y="0"/>
            <a:ext cx="1493516" cy="609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81194" y="0"/>
            <a:ext cx="10210774" cy="60959"/>
          </a:xfrm>
          <a:prstGeom prst="rect">
            <a:avLst/>
          </a:prstGeom>
          <a:solidFill>
            <a:srgbClr val="11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79118"/>
            <a:ext cx="12191969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80" b="1">
                <a:solidFill>
                  <a:srgbClr val="29ABE2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1194" y="1295396"/>
            <a:ext cx="8229579" cy="2514593"/>
          </a:xfrm>
          <a:prstGeom prst="roundRect">
            <a:avLst>
              <a:gd name="adj" fmla="val 5000"/>
            </a:avLst>
          </a:prstGeom>
          <a:solidFill>
            <a:srgbClr val="13293C"/>
          </a:solidFill>
          <a:ln w="12700">
            <a:solidFill>
              <a:srgbClr val="3E6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81194" y="2194554"/>
            <a:ext cx="8229579" cy="6095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719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库越用越厚　演示越做越快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194" y="2941312"/>
            <a:ext cx="8229579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4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今天就把手上那份 PPT 交给它 —— 第一份资产收进来，往后每一页都能被复用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7835" y="4236709"/>
            <a:ext cx="2781292" cy="1142997"/>
          </a:xfrm>
          <a:prstGeom prst="roundRect">
            <a:avLst>
              <a:gd name="adj" fmla="val 6000"/>
            </a:avLst>
          </a:prstGeom>
          <a:solidFill>
            <a:srgbClr val="16283A"/>
          </a:solidFill>
          <a:ln w="11430">
            <a:solidFill>
              <a:srgbClr val="2F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67835" y="4236709"/>
            <a:ext cx="2781292" cy="3047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50715" y="4419588"/>
            <a:ext cx="914397" cy="243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39" b="1">
                <a:solidFill>
                  <a:srgbClr val="5FC8F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0715" y="4693908"/>
            <a:ext cx="2415533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4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放进去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0715" y="4952987"/>
            <a:ext cx="2415533" cy="335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历史 PPT 丢进任意目录，不用改名、不用整理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1528" y="4236709"/>
            <a:ext cx="2781292" cy="1142997"/>
          </a:xfrm>
          <a:prstGeom prst="roundRect">
            <a:avLst>
              <a:gd name="adj" fmla="val 6000"/>
            </a:avLst>
          </a:prstGeom>
          <a:solidFill>
            <a:srgbClr val="16283A"/>
          </a:solidFill>
          <a:ln w="11430">
            <a:solidFill>
              <a:srgbClr val="2F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01528" y="4236709"/>
            <a:ext cx="2781292" cy="3047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84407" y="4419588"/>
            <a:ext cx="914397" cy="243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39" b="1">
                <a:solidFill>
                  <a:srgbClr val="5FC8F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407" y="4693908"/>
            <a:ext cx="2415533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4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收进来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4407" y="4952987"/>
            <a:ext cx="2415533" cy="335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敲一句 ingest "路径"，资产与索引自动建好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20" y="4236709"/>
            <a:ext cx="2781292" cy="1142997"/>
          </a:xfrm>
          <a:prstGeom prst="roundRect">
            <a:avLst>
              <a:gd name="adj" fmla="val 6000"/>
            </a:avLst>
          </a:prstGeom>
          <a:solidFill>
            <a:srgbClr val="2A2415"/>
          </a:solidFill>
          <a:ln w="11430">
            <a:solidFill>
              <a:srgbClr val="8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20" y="4236709"/>
            <a:ext cx="2781292" cy="3047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00" y="4419588"/>
            <a:ext cx="914397" cy="243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39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00" y="4693908"/>
            <a:ext cx="2415533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4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提需求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00" y="4952987"/>
            <a:ext cx="2415533" cy="335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敲一句 do "主题，N 页"，看网页，点头后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608305"/>
            <a:ext cx="1219196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从第一份 PPT 开始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38" y="6019784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38" y="6095984"/>
            <a:ext cx="32003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8" y="6095984"/>
            <a:ext cx="110946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979" y="6095984"/>
            <a:ext cx="364235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完整规则见 agents.md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87678" cy="609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7678" y="0"/>
            <a:ext cx="1493516" cy="609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81194" y="0"/>
            <a:ext cx="10210774" cy="60959"/>
          </a:xfrm>
          <a:prstGeom prst="rect">
            <a:avLst/>
          </a:prstGeom>
          <a:solidFill>
            <a:srgbClr val="11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38" y="365759"/>
            <a:ext cx="9905974" cy="457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4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收进来：把 PPT 变成资产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878" y="853437"/>
            <a:ext cx="9905974" cy="21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三条命令分工不同，流程完全一样 —— 你只管给路径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38" y="1203956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38" y="1196336"/>
            <a:ext cx="1158237" cy="228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38" y="1523996"/>
            <a:ext cx="3596630" cy="1569716"/>
          </a:xfrm>
          <a:prstGeom prst="roundRect">
            <a:avLst>
              <a:gd name="adj" fmla="val 5000"/>
            </a:avLst>
          </a:prstGeom>
          <a:solidFill>
            <a:srgbClr val="16283A"/>
          </a:solidFill>
          <a:ln w="11430">
            <a:solidFill>
              <a:srgbClr val="2F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38" y="1523996"/>
            <a:ext cx="3596630" cy="3047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6758" y="1874515"/>
            <a:ext cx="3200391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80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ingest "路径"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58" y="2225034"/>
            <a:ext cx="3200391" cy="21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一次收全：讲法、内容、版式都留下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6758" y="2529833"/>
            <a:ext cx="3200391" cy="0"/>
          </a:xfrm>
          <a:prstGeom prst="line">
            <a:avLst/>
          </a:prstGeom>
          <a:ln w="8890">
            <a:solidFill>
              <a:srgbClr val="3A5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6758" y="2651753"/>
            <a:ext cx="3200391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什么时候用　第一次拿到一批历史 PPT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69" y="1523996"/>
            <a:ext cx="3596630" cy="1569716"/>
          </a:xfrm>
          <a:prstGeom prst="roundRect">
            <a:avLst>
              <a:gd name="adj" fmla="val 5000"/>
            </a:avLst>
          </a:prstGeom>
          <a:solidFill>
            <a:srgbClr val="16283A"/>
          </a:solidFill>
          <a:ln w="11430">
            <a:solidFill>
              <a:srgbClr val="2F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69" y="1523996"/>
            <a:ext cx="3596630" cy="3047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5788" y="1874515"/>
            <a:ext cx="3200391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80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ingest-content "路径"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788" y="2225034"/>
            <a:ext cx="3200391" cy="21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只收内容，版式先不动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95788" y="2529833"/>
            <a:ext cx="3200392" cy="0"/>
          </a:xfrm>
          <a:prstGeom prst="line">
            <a:avLst/>
          </a:prstGeom>
          <a:ln w="8890">
            <a:solidFill>
              <a:srgbClr val="3A5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95788" y="2651753"/>
            <a:ext cx="3200391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什么时候用　先要里面的资料，排版以后再说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699" y="1523996"/>
            <a:ext cx="3596630" cy="1569716"/>
          </a:xfrm>
          <a:prstGeom prst="roundRect">
            <a:avLst>
              <a:gd name="adj" fmla="val 5000"/>
            </a:avLst>
          </a:prstGeom>
          <a:solidFill>
            <a:srgbClr val="2A2415"/>
          </a:solidFill>
          <a:ln w="11430">
            <a:solidFill>
              <a:srgbClr val="8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699" y="1523996"/>
            <a:ext cx="3596630" cy="3047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4819" y="1874515"/>
            <a:ext cx="3200391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80" b="1">
                <a:solidFill>
                  <a:srgbClr val="FFC000"/>
                </a:solidFill>
                <a:latin typeface="Consolas"/>
                <a:ea typeface="Consolas"/>
                <a:cs typeface="Consolas"/>
              </a:rPr>
              <a:t>ingest-visual "路径"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4819" y="2225034"/>
            <a:ext cx="3200391" cy="21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只收版式经验，不看文字；不是 PPT 的直接挡下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44819" y="2529833"/>
            <a:ext cx="3200391" cy="0"/>
          </a:xfrm>
          <a:prstGeom prst="line">
            <a:avLst/>
          </a:prstGeom>
          <a:ln w="8890">
            <a:solidFill>
              <a:srgbClr val="3A5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44819" y="2651753"/>
            <a:ext cx="3200391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什么时候用　只想借它的排版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8" y="3520431"/>
            <a:ext cx="3047992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共用流程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38" y="3794750"/>
            <a:ext cx="2118354" cy="1463036"/>
          </a:xfrm>
          <a:prstGeom prst="roundRect">
            <a:avLst>
              <a:gd name="adj" fmla="val 5000"/>
            </a:avLst>
          </a:prstGeom>
          <a:solidFill>
            <a:srgbClr val="16283A"/>
          </a:solidFill>
          <a:ln w="11430">
            <a:solidFill>
              <a:srgbClr val="2A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38" y="3794750"/>
            <a:ext cx="2118354" cy="228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6278" y="4084309"/>
            <a:ext cx="914397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278" y="440434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把路径交给它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78" y="466342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文件或整个文件夹都行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12" y="3794750"/>
            <a:ext cx="2118354" cy="1463036"/>
          </a:xfrm>
          <a:prstGeom prst="roundRect">
            <a:avLst>
              <a:gd name="adj" fmla="val 5000"/>
            </a:avLst>
          </a:prstGeom>
          <a:solidFill>
            <a:srgbClr val="16283A"/>
          </a:solidFill>
          <a:ln w="11430">
            <a:solidFill>
              <a:srgbClr val="2A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88912" y="3794750"/>
            <a:ext cx="2118354" cy="228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56552" y="4084309"/>
            <a:ext cx="914397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6552" y="440434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它认文件、发编号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6552" y="466342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收过的不会重复收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187" y="3794750"/>
            <a:ext cx="2118354" cy="1463036"/>
          </a:xfrm>
          <a:prstGeom prst="roundRect">
            <a:avLst>
              <a:gd name="adj" fmla="val 5000"/>
            </a:avLst>
          </a:prstGeom>
          <a:solidFill>
            <a:srgbClr val="16283A"/>
          </a:solidFill>
          <a:ln w="11430">
            <a:solidFill>
              <a:srgbClr val="2A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187" y="3794750"/>
            <a:ext cx="2118354" cy="228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96826" y="4084309"/>
            <a:ext cx="914397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6826" y="440434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原文件原样留底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96826" y="466342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绝不改你的文件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69461" y="3794750"/>
            <a:ext cx="2118354" cy="1463036"/>
          </a:xfrm>
          <a:prstGeom prst="roundRect">
            <a:avLst>
              <a:gd name="adj" fmla="val 5000"/>
            </a:avLst>
          </a:prstGeom>
          <a:solidFill>
            <a:srgbClr val="16283A"/>
          </a:solidFill>
          <a:ln w="11430">
            <a:solidFill>
              <a:srgbClr val="2A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269461" y="3794750"/>
            <a:ext cx="2118354" cy="228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37101" y="4084309"/>
            <a:ext cx="914397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37101" y="440434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逐页打开原稿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37101" y="466342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记下内容，也记下版式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35" y="3794750"/>
            <a:ext cx="2118354" cy="1463036"/>
          </a:xfrm>
          <a:prstGeom prst="roundRect">
            <a:avLst>
              <a:gd name="adj" fmla="val 5000"/>
            </a:avLst>
          </a:prstGeom>
          <a:solidFill>
            <a:srgbClr val="16283A"/>
          </a:solidFill>
          <a:ln w="11430">
            <a:solidFill>
              <a:srgbClr val="2A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509735" y="3794750"/>
            <a:ext cx="2118354" cy="228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77375" y="4084309"/>
            <a:ext cx="914397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7375" y="440434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建好索引，标记可用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77375" y="4663428"/>
            <a:ext cx="178307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以后一搜就到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8638" y="6019784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48638" y="6095984"/>
            <a:ext cx="32003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38" y="6095984"/>
            <a:ext cx="110946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0979" y="6095984"/>
            <a:ext cx="364235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来源：agents.md 第 1、5 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87678" cy="609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7678" y="0"/>
            <a:ext cx="1493516" cy="609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81194" y="0"/>
            <a:ext cx="10210774" cy="60959"/>
          </a:xfrm>
          <a:prstGeom prst="rect">
            <a:avLst/>
          </a:prstGeom>
          <a:solidFill>
            <a:srgbClr val="11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38" y="365759"/>
            <a:ext cx="9905974" cy="457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4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做出来：一句话，拿到演示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878" y="853437"/>
            <a:ext cx="9905974" cy="21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三种模式只差两件事 —— 库里哪一侧允许参考；最后都会先给你网页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38" y="1203956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38" y="1196336"/>
            <a:ext cx="1158237" cy="228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38" y="1447796"/>
            <a:ext cx="3596630" cy="2133594"/>
          </a:xfrm>
          <a:prstGeom prst="roundRect">
            <a:avLst>
              <a:gd name="adj" fmla="val 4500"/>
            </a:avLst>
          </a:prstGeom>
          <a:solidFill>
            <a:srgbClr val="16283A"/>
          </a:solidFill>
          <a:ln w="11430">
            <a:solidFill>
              <a:srgbClr val="2F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38" y="1447796"/>
            <a:ext cx="3596630" cy="3047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18" y="1645915"/>
            <a:ext cx="3230871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do "主题，N 页"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18" y="2042154"/>
            <a:ext cx="3230871" cy="0"/>
          </a:xfrm>
          <a:prstGeom prst="line">
            <a:avLst/>
          </a:prstGeom>
          <a:ln w="8890">
            <a:solidFill>
              <a:srgbClr val="3A5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18" y="2179314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库内内容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395" y="2179314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FC8F0"/>
                </a:solidFill>
                <a:latin typeface="微软雅黑"/>
                <a:ea typeface="微软雅黑"/>
                <a:cs typeface="微软雅黑"/>
              </a:rPr>
              <a:t>✓ 参考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8" y="2514593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库内版式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395" y="2514593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FC8F0"/>
                </a:solidFill>
                <a:latin typeface="微软雅黑"/>
                <a:ea typeface="微软雅黑"/>
                <a:cs typeface="微软雅黑"/>
              </a:rPr>
              <a:t>✓ 参考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8" y="2849872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内容来源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395" y="2849872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库内为主，缺的补上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8" y="3185151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什么时候用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6395" y="3185151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库里有同主题的演示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69" y="1447796"/>
            <a:ext cx="3596630" cy="2133594"/>
          </a:xfrm>
          <a:prstGeom prst="roundRect">
            <a:avLst>
              <a:gd name="adj" fmla="val 4500"/>
            </a:avLst>
          </a:prstGeom>
          <a:solidFill>
            <a:srgbClr val="16283A"/>
          </a:solidFill>
          <a:ln w="11430">
            <a:solidFill>
              <a:srgbClr val="2F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69" y="1447796"/>
            <a:ext cx="3596630" cy="3047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48" y="1645915"/>
            <a:ext cx="3230871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do-content "主题，N 页"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80548" y="2042154"/>
            <a:ext cx="3230872" cy="0"/>
          </a:xfrm>
          <a:prstGeom prst="line">
            <a:avLst/>
          </a:prstGeom>
          <a:ln w="8890">
            <a:solidFill>
              <a:srgbClr val="3A5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480548" y="2179314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库内内容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5426" y="2179314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5FC8F0"/>
                </a:solidFill>
                <a:latin typeface="微软雅黑"/>
                <a:ea typeface="微软雅黑"/>
                <a:cs typeface="微软雅黑"/>
              </a:rPr>
              <a:t>✓ 参考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48" y="2514593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库内版式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5426" y="2514593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✗ 不用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48" y="2849872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内容来源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5426" y="2849872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库内为主，版式新设计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48" y="3185151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什么时候用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5426" y="3185151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资料要准，样式想换新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699" y="1447796"/>
            <a:ext cx="3596630" cy="2133594"/>
          </a:xfrm>
          <a:prstGeom prst="roundRect">
            <a:avLst>
              <a:gd name="adj" fmla="val 4500"/>
            </a:avLst>
          </a:prstGeom>
          <a:solidFill>
            <a:srgbClr val="2A2415"/>
          </a:solidFill>
          <a:ln w="11430">
            <a:solidFill>
              <a:srgbClr val="8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699" y="1447796"/>
            <a:ext cx="3596630" cy="3047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579" y="1645915"/>
            <a:ext cx="3230871" cy="259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FFC000"/>
                </a:solidFill>
                <a:latin typeface="Consolas"/>
                <a:ea typeface="Consolas"/>
                <a:cs typeface="Consolas"/>
              </a:rPr>
              <a:t>do-visual "主题，N 页"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579" y="2042154"/>
            <a:ext cx="3230871" cy="0"/>
          </a:xfrm>
          <a:prstGeom prst="line">
            <a:avLst/>
          </a:prstGeom>
          <a:ln w="8890">
            <a:solidFill>
              <a:srgbClr val="3A5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29579" y="2179314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库内内容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4456" y="2179314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✗ 不用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79" y="2514593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库内版式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4456" y="2514593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✓ 参考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79" y="2849872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内容来源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4456" y="2849872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你给的，或外部可靠来源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79" y="3185151"/>
            <a:ext cx="1066797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什么时候用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4456" y="3185151"/>
            <a:ext cx="228599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内容已有，只想好看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38" y="3870950"/>
            <a:ext cx="3047992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共用流程</a:t>
            </a:r>
          </a:p>
        </p:txBody>
      </p:sp>
      <p:sp>
        <p:nvSpPr>
          <p:cNvPr id="47" name="Chevron 46"/>
          <p:cNvSpPr/>
          <p:nvPr/>
        </p:nvSpPr>
        <p:spPr>
          <a:xfrm>
            <a:off x="548638" y="4160509"/>
            <a:ext cx="1955795" cy="1142997"/>
          </a:xfrm>
          <a:prstGeom prst="chevron">
            <a:avLst/>
          </a:prstGeom>
          <a:solidFill>
            <a:srgbClr val="14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798" y="441958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798" y="469390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9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你说清楚要什么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798" y="4937747"/>
            <a:ext cx="1574795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主题、给谁看、多少页</a:t>
            </a:r>
          </a:p>
        </p:txBody>
      </p:sp>
      <p:sp>
        <p:nvSpPr>
          <p:cNvPr id="51" name="Chevron 50"/>
          <p:cNvSpPr/>
          <p:nvPr/>
        </p:nvSpPr>
        <p:spPr>
          <a:xfrm>
            <a:off x="2397753" y="4160509"/>
            <a:ext cx="1955795" cy="1142997"/>
          </a:xfrm>
          <a:prstGeom prst="chevron">
            <a:avLst/>
          </a:prstGeom>
          <a:solidFill>
            <a:srgbClr val="14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534913" y="441958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34913" y="469390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9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去库里找同类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34913" y="4937747"/>
            <a:ext cx="1574795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有现成的直接用</a:t>
            </a:r>
          </a:p>
        </p:txBody>
      </p:sp>
      <p:sp>
        <p:nvSpPr>
          <p:cNvPr id="55" name="Chevron 54"/>
          <p:cNvSpPr/>
          <p:nvPr/>
        </p:nvSpPr>
        <p:spPr>
          <a:xfrm>
            <a:off x="4246869" y="4160509"/>
            <a:ext cx="1955795" cy="1142997"/>
          </a:xfrm>
          <a:prstGeom prst="chevron">
            <a:avLst/>
          </a:prstGeom>
          <a:solidFill>
            <a:srgbClr val="14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4028" y="441958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4028" y="469390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9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定结构、排章节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4028" y="4937747"/>
            <a:ext cx="1574795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从开头到结论</a:t>
            </a:r>
          </a:p>
        </p:txBody>
      </p:sp>
      <p:sp>
        <p:nvSpPr>
          <p:cNvPr id="59" name="Chevron 58"/>
          <p:cNvSpPr/>
          <p:nvPr/>
        </p:nvSpPr>
        <p:spPr>
          <a:xfrm>
            <a:off x="6095984" y="4160509"/>
            <a:ext cx="1955795" cy="1142997"/>
          </a:xfrm>
          <a:prstGeom prst="chevron">
            <a:avLst/>
          </a:prstGeom>
          <a:solidFill>
            <a:srgbClr val="14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33144" y="441958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3144" y="469390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9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取内容，不够就补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33144" y="4937747"/>
            <a:ext cx="1574795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带出处，不编造</a:t>
            </a:r>
          </a:p>
        </p:txBody>
      </p:sp>
      <p:sp>
        <p:nvSpPr>
          <p:cNvPr id="63" name="Chevron 62"/>
          <p:cNvSpPr/>
          <p:nvPr/>
        </p:nvSpPr>
        <p:spPr>
          <a:xfrm>
            <a:off x="7945099" y="4160509"/>
            <a:ext cx="1955795" cy="1142997"/>
          </a:xfrm>
          <a:prstGeom prst="chevron">
            <a:avLst/>
          </a:prstGeom>
          <a:solidFill>
            <a:srgbClr val="14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82259" y="441958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8FDCF7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82259" y="469390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9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找版式，看原稿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82259" y="4937747"/>
            <a:ext cx="1574795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不是只看文字描述</a:t>
            </a:r>
          </a:p>
        </p:txBody>
      </p:sp>
      <p:sp>
        <p:nvSpPr>
          <p:cNvPr id="67" name="Chevron 66"/>
          <p:cNvSpPr/>
          <p:nvPr/>
        </p:nvSpPr>
        <p:spPr>
          <a:xfrm>
            <a:off x="9794215" y="4160509"/>
            <a:ext cx="1955795" cy="1142997"/>
          </a:xfrm>
          <a:prstGeom prst="chevron">
            <a:avLst/>
          </a:prstGeom>
          <a:solidFill>
            <a:srgbClr val="2A2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931374" y="441958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31374" y="4693908"/>
            <a:ext cx="1574795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9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做成网页给你看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31374" y="4937747"/>
            <a:ext cx="1574795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点头才封版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48638" y="6019784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48638" y="6095984"/>
            <a:ext cx="32003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38" y="6095984"/>
            <a:ext cx="110946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00979" y="6095984"/>
            <a:ext cx="364235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来源：agents.md 第 1.2、6–10 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87678" cy="609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7678" y="0"/>
            <a:ext cx="1493516" cy="609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81194" y="0"/>
            <a:ext cx="10210774" cy="60959"/>
          </a:xfrm>
          <a:prstGeom prst="rect">
            <a:avLst/>
          </a:prstGeom>
          <a:solidFill>
            <a:srgbClr val="11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38" y="365759"/>
            <a:ext cx="9905974" cy="457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4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八个命令，什么时候用哪个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878" y="853437"/>
            <a:ext cx="9905974" cy="21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四个收进来 · 三个做出来 · 一个检查 · 一个交付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38" y="1203956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38" y="1196336"/>
            <a:ext cx="1158237" cy="228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798" y="1493516"/>
            <a:ext cx="1981194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0" b="1">
                <a:solidFill>
                  <a:srgbClr val="7FD4F5"/>
                </a:solidFill>
                <a:latin typeface="微软雅黑"/>
                <a:ea typeface="微软雅黑"/>
                <a:cs typeface="微软雅黑"/>
              </a:rPr>
              <a:t>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2" y="1493516"/>
            <a:ext cx="3962389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0" b="1">
                <a:solidFill>
                  <a:srgbClr val="7FD4F5"/>
                </a:solidFill>
                <a:latin typeface="微软雅黑"/>
                <a:ea typeface="微软雅黑"/>
                <a:cs typeface="微软雅黑"/>
              </a:rPr>
              <a:t>它是干什么的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1821" y="1493516"/>
            <a:ext cx="4267189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0" b="1">
                <a:solidFill>
                  <a:srgbClr val="7FD4F5"/>
                </a:solidFill>
                <a:latin typeface="微软雅黑"/>
                <a:ea typeface="微软雅黑"/>
                <a:cs typeface="微软雅黑"/>
              </a:rPr>
              <a:t>什么时候用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38" y="1737355"/>
            <a:ext cx="11094692" cy="0"/>
          </a:xfrm>
          <a:prstGeom prst="line">
            <a:avLst/>
          </a:prstGeom>
          <a:ln w="11430">
            <a:solidFill>
              <a:srgbClr val="2F4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38" y="1813555"/>
            <a:ext cx="11094691" cy="259079"/>
          </a:xfrm>
          <a:prstGeom prst="rect">
            <a:avLst/>
          </a:prstGeom>
          <a:solidFill>
            <a:srgbClr val="1B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38" y="1813555"/>
            <a:ext cx="30479" cy="259079"/>
          </a:xfrm>
          <a:prstGeom prst="rect">
            <a:avLst/>
          </a:prstGeom>
          <a:solidFill>
            <a:srgbClr val="4F9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038" y="1874515"/>
            <a:ext cx="6857982" cy="16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8FC6EE"/>
                </a:solidFill>
                <a:latin typeface="微软雅黑"/>
                <a:ea typeface="微软雅黑"/>
                <a:cs typeface="微软雅黑"/>
              </a:rPr>
              <a:t>入库 · 把历史 PPT 收成资产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8" y="2164074"/>
            <a:ext cx="2133594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2" y="2164074"/>
            <a:ext cx="411478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收成资产：讲法、内容、版式一次都留下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821" y="2179314"/>
            <a:ext cx="4419588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第一次拿到一批历史 PPT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38" y="2468873"/>
            <a:ext cx="11094692" cy="0"/>
          </a:xfrm>
          <a:prstGeom prst="line">
            <a:avLst/>
          </a:prstGeom>
          <a:ln w="8890">
            <a:solidFill>
              <a:srgbClr val="22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798" y="2560313"/>
            <a:ext cx="2133594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ingest-content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32" y="2560313"/>
            <a:ext cx="411478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只收内容，版式先不动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1821" y="2575553"/>
            <a:ext cx="4419588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先要里面的资料，排版以后再说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38" y="2865112"/>
            <a:ext cx="11094692" cy="0"/>
          </a:xfrm>
          <a:prstGeom prst="line">
            <a:avLst/>
          </a:prstGeom>
          <a:ln w="8890">
            <a:solidFill>
              <a:srgbClr val="22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798" y="2956552"/>
            <a:ext cx="2133594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ingest-visual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32" y="2956552"/>
            <a:ext cx="411478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只收版式经验，不看文字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1821" y="2971792"/>
            <a:ext cx="4419588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只想借它的排版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38" y="3261351"/>
            <a:ext cx="11094692" cy="0"/>
          </a:xfrm>
          <a:prstGeom prst="line">
            <a:avLst/>
          </a:prstGeom>
          <a:ln w="8890">
            <a:solidFill>
              <a:srgbClr val="22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48638" y="3261351"/>
            <a:ext cx="11094691" cy="259079"/>
          </a:xfrm>
          <a:prstGeom prst="rect">
            <a:avLst/>
          </a:prstGeom>
          <a:solidFill>
            <a:srgbClr val="1B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38" y="3261351"/>
            <a:ext cx="30479" cy="25907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1038" y="3322311"/>
            <a:ext cx="6857982" cy="16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7FD0F0"/>
                </a:solidFill>
                <a:latin typeface="微软雅黑"/>
                <a:ea typeface="微软雅黑"/>
                <a:cs typeface="微软雅黑"/>
              </a:rPr>
              <a:t>生成 · 按一句需求做出演示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8" y="3611870"/>
            <a:ext cx="2133594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32" y="3611870"/>
            <a:ext cx="411478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内容与版式都用库里的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1821" y="3627110"/>
            <a:ext cx="4419588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库里有同主题的东西可用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38" y="3916670"/>
            <a:ext cx="11094692" cy="0"/>
          </a:xfrm>
          <a:prstGeom prst="line">
            <a:avLst/>
          </a:prstGeom>
          <a:ln w="8890">
            <a:solidFill>
              <a:srgbClr val="22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798" y="4008109"/>
            <a:ext cx="2133594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do-content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32" y="4008109"/>
            <a:ext cx="411478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只用库里的内容，版式重新设计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1821" y="4023349"/>
            <a:ext cx="4419588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资料要准，样式想换新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38" y="4312909"/>
            <a:ext cx="11094692" cy="0"/>
          </a:xfrm>
          <a:prstGeom prst="line">
            <a:avLst/>
          </a:prstGeom>
          <a:ln w="8890">
            <a:solidFill>
              <a:srgbClr val="22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798" y="4404348"/>
            <a:ext cx="2133594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5FC8F0"/>
                </a:solidFill>
                <a:latin typeface="Consolas"/>
                <a:ea typeface="Consolas"/>
                <a:cs typeface="Consolas"/>
              </a:rPr>
              <a:t>do-visual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32" y="4404348"/>
            <a:ext cx="411478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只借库里的版式，内容你来定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1821" y="4419588"/>
            <a:ext cx="4419588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内容已有，只想好看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38" y="4709148"/>
            <a:ext cx="11094692" cy="0"/>
          </a:xfrm>
          <a:prstGeom prst="line">
            <a:avLst/>
          </a:prstGeom>
          <a:ln w="8890">
            <a:solidFill>
              <a:srgbClr val="22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48638" y="4709148"/>
            <a:ext cx="11094691" cy="259079"/>
          </a:xfrm>
          <a:prstGeom prst="rect">
            <a:avLst/>
          </a:prstGeom>
          <a:solidFill>
            <a:srgbClr val="1B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38" y="4709148"/>
            <a:ext cx="30479" cy="25907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1038" y="4770107"/>
            <a:ext cx="6857982" cy="16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FFD968"/>
                </a:solidFill>
                <a:latin typeface="微软雅黑"/>
                <a:ea typeface="微软雅黑"/>
                <a:cs typeface="微软雅黑"/>
              </a:rPr>
              <a:t>巡检 · 把库看一遍，只报告不动手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798" y="5059667"/>
            <a:ext cx="2133594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FFC000"/>
                </a:solidFill>
                <a:latin typeface="Consolas"/>
                <a:ea typeface="Consolas"/>
                <a:cs typeface="Consolas"/>
              </a:rPr>
              <a:t>lint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32" y="5059667"/>
            <a:ext cx="411478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沿链接走一遍，核对登记与档案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01821" y="5074907"/>
            <a:ext cx="4419588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怕有坏链接、漏页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8638" y="5364466"/>
            <a:ext cx="11094692" cy="0"/>
          </a:xfrm>
          <a:prstGeom prst="line">
            <a:avLst/>
          </a:prstGeom>
          <a:ln w="8890">
            <a:solidFill>
              <a:srgbClr val="22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48638" y="5364466"/>
            <a:ext cx="11094691" cy="259079"/>
          </a:xfrm>
          <a:prstGeom prst="rect">
            <a:avLst/>
          </a:prstGeom>
          <a:solidFill>
            <a:srgbClr val="1B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48638" y="5364466"/>
            <a:ext cx="30479" cy="259079"/>
          </a:xfrm>
          <a:prstGeom prst="rect">
            <a:avLst/>
          </a:prstGeom>
          <a:solidFill>
            <a:srgbClr val="11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1038" y="5425426"/>
            <a:ext cx="6857982" cy="16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7FD4F5"/>
                </a:solidFill>
                <a:latin typeface="微软雅黑"/>
                <a:ea typeface="微软雅黑"/>
                <a:cs typeface="微软雅黑"/>
              </a:rPr>
              <a:t>交付 · 把看过的那一版转成成品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798" y="5714985"/>
            <a:ext cx="2133594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>
                <a:solidFill>
                  <a:srgbClr val="FFC000"/>
                </a:solidFill>
                <a:latin typeface="Consolas"/>
                <a:ea typeface="Consolas"/>
                <a:cs typeface="Consolas"/>
              </a:rPr>
              <a:t>export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32" y="5714985"/>
            <a:ext cx="4114789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转成 HTML / PPTX / PDF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01821" y="5730225"/>
            <a:ext cx="4419588" cy="228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9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网页看过并点头了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48638" y="6019784"/>
            <a:ext cx="11094692" cy="0"/>
          </a:xfrm>
          <a:prstGeom prst="line">
            <a:avLst/>
          </a:prstGeom>
          <a:ln w="8890">
            <a:solidFill>
              <a:srgbClr val="223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48638" y="6019784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48638" y="6095984"/>
            <a:ext cx="32003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38" y="6095984"/>
            <a:ext cx="110946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0979" y="6095984"/>
            <a:ext cx="364235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下面分四段讲它们怎么用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87678" cy="609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7678" y="0"/>
            <a:ext cx="1493516" cy="60959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81194" y="0"/>
            <a:ext cx="10210774" cy="60959"/>
          </a:xfrm>
          <a:prstGeom prst="rect">
            <a:avLst/>
          </a:prstGeom>
          <a:solidFill>
            <a:srgbClr val="117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1371596" y="1066797"/>
            <a:ext cx="1371597" cy="457199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193" y="1066797"/>
            <a:ext cx="1523996" cy="685798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596" y="1523996"/>
            <a:ext cx="914398" cy="1371596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285994" y="1752595"/>
            <a:ext cx="1981195" cy="1142997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267189" y="1142997"/>
            <a:ext cx="1523996" cy="609598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91577" y="914397"/>
            <a:ext cx="1523996" cy="457199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91577" y="1371596"/>
            <a:ext cx="1828795" cy="1142997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573" y="914397"/>
            <a:ext cx="304799" cy="1600196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91577" y="1371596"/>
            <a:ext cx="609598" cy="1523996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601175" y="2514593"/>
            <a:ext cx="1219197" cy="380999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28795" y="4876787"/>
            <a:ext cx="1371596" cy="457199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391" y="4876787"/>
            <a:ext cx="1523996" cy="761998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28795" y="5333986"/>
            <a:ext cx="914398" cy="914398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43193" y="5638785"/>
            <a:ext cx="1981194" cy="609599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77179" y="4876787"/>
            <a:ext cx="1523996" cy="457199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01175" y="4876787"/>
            <a:ext cx="1371597" cy="914398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77179" y="5333986"/>
            <a:ext cx="914398" cy="990597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991577" y="5791185"/>
            <a:ext cx="1981195" cy="533398"/>
          </a:xfrm>
          <a:prstGeom prst="line">
            <a:avLst/>
          </a:prstGeom>
          <a:ln w="12700">
            <a:solidFill>
              <a:srgbClr val="1E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333496" y="1485896"/>
            <a:ext cx="76199" cy="7619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712713" y="1036317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29089" y="1714495"/>
            <a:ext cx="76199" cy="7619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255514" y="2865112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60705" y="1112517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953477" y="1333496"/>
            <a:ext cx="76199" cy="7619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485093" y="883917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82272" y="2476493"/>
            <a:ext cx="76199" cy="7619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570695" y="2865112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790695" y="5295886"/>
            <a:ext cx="76199" cy="7619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169911" y="4846307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93908" y="5608305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712713" y="6217904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39079" y="5295886"/>
            <a:ext cx="76199" cy="7619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570695" y="4846307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942292" y="5760705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61097" y="6294103"/>
            <a:ext cx="60959" cy="60959"/>
          </a:xfrm>
          <a:prstGeom prst="ellipse">
            <a:avLst/>
          </a:prstGeom>
          <a:solidFill>
            <a:srgbClr val="2F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0" y="2042154"/>
            <a:ext cx="12191969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29ABE2"/>
                </a:solidFill>
                <a:latin typeface="微软雅黑"/>
                <a:ea typeface="微软雅黑"/>
                <a:cs typeface="微软雅黑"/>
              </a:rPr>
              <a:t>T H A N K   Y O 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2331714"/>
            <a:ext cx="12191969" cy="685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EAF2F8"/>
                </a:solidFill>
                <a:latin typeface="微软雅黑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38785" y="3383271"/>
            <a:ext cx="914397" cy="2285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0" y="3703310"/>
            <a:ext cx="12191969" cy="304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20" b="1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库越用越厚　演示越做越快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4145269"/>
            <a:ext cx="12191969" cy="21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90" b="0">
                <a:solidFill>
                  <a:srgbClr val="A9BECD"/>
                </a:solidFill>
                <a:latin typeface="微软雅黑"/>
                <a:ea typeface="微软雅黑"/>
                <a:cs typeface="微软雅黑"/>
              </a:rPr>
              <a:t>把历史 PPT 变成随取随用的演示资产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5090147"/>
            <a:ext cx="12191969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40" b="1">
                <a:solidFill>
                  <a:srgbClr val="7FD4F5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38" y="6019784"/>
            <a:ext cx="11094692" cy="0"/>
          </a:xfrm>
          <a:prstGeom prst="line">
            <a:avLst/>
          </a:prstGeom>
          <a:ln w="11430">
            <a:solidFill>
              <a:srgbClr val="33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38" y="6095984"/>
            <a:ext cx="32003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AI PPT Agent · 三类资产驱动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38" y="6095984"/>
            <a:ext cx="11094691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79" y="6095984"/>
            <a:ext cx="364235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7A93A6"/>
                </a:solidFill>
                <a:latin typeface="微软雅黑"/>
                <a:ea typeface="微软雅黑"/>
                <a:cs typeface="微软雅黑"/>
              </a:rPr>
              <a:t>完整规则见 agents.md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430</Words>
  <Application>Microsoft Office PowerPoint</Application>
  <PresentationFormat>宽屏</PresentationFormat>
  <Paragraphs>160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xianshuai dai</cp:lastModifiedBy>
  <cp:revision>4</cp:revision>
  <dcterms:created xsi:type="dcterms:W3CDTF">2013-01-27T09:14:16Z</dcterms:created>
  <dcterms:modified xsi:type="dcterms:W3CDTF">2026-09-29T06:40:57Z</dcterms:modified>
  <cp:category/>
</cp:coreProperties>
</file>